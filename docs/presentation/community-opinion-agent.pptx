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109728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맑은 고딕"/>
              </a:rPr>
              <a:t>Community Opinion Agent</a:t>
            </a:r>
          </a:p>
          <a:p>
            <a:r>
              <a:rPr sz="2000" b="0">
                <a:solidFill>
                  <a:srgbClr val="C8D2E8"/>
                </a:solidFill>
                <a:latin typeface="맑은 고딕"/>
              </a:rPr>
              <a:t>커뮤니티 여론 트렌드 기반 트레이딩 의사결정 에이전트 (v0~v3)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E5BFF"/>
                </a:solidFill>
                <a:latin typeface="맑은 고딕"/>
              </a:rPr>
              <a:t>AI NATIVE QUANT · PDCA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909AB5"/>
                </a:solidFill>
                <a:latin typeface="맑은 고딕"/>
              </a:rPr>
              <a:t>auto_stock · branch: community-opinion-agent · 2026-05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  <a:latin typeface="맑은 고딕"/>
              </a:rPr>
              <a:t>한 장 요약 (TL;DR)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무엇을: Reddit/WSB 커뮤니티 '여론'을 수집·해석해 매매를 판단하는 에이전트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급등 모멘텀 추격이 아니라 — 의견의 방향·지속성·합의도·노이즈·관심도 변화에 베팅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어떻게: rule 신호(WSB V3)를 1차 후보로, 그 위에 필터·메모리·라우터를 얹음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Universe/Cost 게이팅 → 글품질/티커 필터 → 의견 스냅샷 → 메모리/리플렉션 → Decision Router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B8A5A"/>
                </a:solidFill>
                <a:latin typeface="맑은 고딕"/>
              </a:rPr>
              <a:t>결과: 신규 5모듈 + 테스트 86건 통과, Match Rate 98%, equal 회귀 0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LLM은 자율 매매자가 아니라 '도구 결과를 해석·설명하는 보조 라우터' (기본 OFF)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B66"/>
                </a:solidFill>
                <a:latin typeface="맑은 고딕"/>
              </a:rPr>
              <a:t>branch: community-opinion-agent · 기존 trend-sizing 위 확장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  <a:latin typeface="맑은 고딕"/>
              </a:rPr>
              <a:t>1. 문제 — 기존 여론 전략의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거래 대상 무차별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저유동·OTC·penny 종목까지 거래 → 왕복 수수료가 수익 잠식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비용 미고려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gross(수수료 전)만 봄 → 실제 net 수익과 괴리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글 품질·티커 오탐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Meme 글과 DD(심층분석) 글이 동일 취급, 'ALL/IT/NOW' 같은 일반어가 티커로 오인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학습·근거 부재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과거 유사 사례를 기억 못 함, '왜 이 거래를 했는지' 구조화된 기록 없음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C0392B"/>
                </a:solidFill>
                <a:latin typeface="맑은 고딕"/>
              </a:rPr>
              <a:t>NEW_SPIKE 과대평가 위험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단발 언급 폭증을 강한 매수로 착각 → 급등추격화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  <a:latin typeface="맑은 고딕"/>
              </a:rPr>
              <a:t>2. 전략 정의 — 무엇에 베팅하는가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C0392B"/>
                </a:solidFill>
                <a:latin typeface="맑은 고딕"/>
              </a:rPr>
              <a:t>이 전략은 '급등 모멘텀 추격'이 아니다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커뮤니티 여론의 5가지 차원을 본다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방향성 — 긍정/부정 (consensus_ratio)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지속성 — 며칠 유지되는가 (persistence_days)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합의도 — 한쪽으로 모이는가 (weighted bull/bear)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노이즈 — 중립 비율이 낮은가 (neutral_ratio)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관심도 변화 — 안정적 증가 vs 단발 폭증 (velocity_state)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B8A5A"/>
                </a:solidFill>
                <a:latin typeface="맑은 고딕"/>
              </a:rPr>
              <a:t>강한 매수 = 지속성 + 합의 + 낮은 노이즈 + 과거 성공이 동반될 때만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  <a:latin typeface="맑은 고딕"/>
              </a:rPr>
              <a:t>3. 시스템 아키텍처 (Option C — 독립 모듈 + 오케스트레이션)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WSB V3 신호(run_pipeline) → Top-N 후보  [신호 엔진 불변]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매수 직전 에이전트 게이팅 파이프라인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① UniverseFilter.decide()  → 거래 가능성·tier·size_multiplier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② CostAwareTradeFilter.evaluate()  → 왕복비용 vs 기대 edge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③ CommunityMemoryStore.retrieve()  → 유사 과거 사례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④ DecisionRouter.decide()  → BUY/HOLD/SELL/REDUCE/SKIP/EXIT + 근거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action==BUY만 매수 · 9-factor OpinionTrendSizer로 사이징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청산: 기존 5단계 유지 + opinion_reversal · 종료 후 snapshot/reflection 저장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B66"/>
                </a:solidFill>
                <a:latin typeface="맑은 고딕"/>
              </a:rPr>
              <a:t>reddit_backtester가 오케스트레이션 · signals.py/backtester.py/뉴스 경로 불가침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  <a:latin typeface="맑은 고딕"/>
              </a:rPr>
              <a:t>4. v0 — Universe Filter (거래 대상 선별)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675120"/>
                <a:gridCol w="182880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tier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정의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size 배수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44"/>
                          </a:solidFill>
                          <a:latin typeface="맑은 고딕"/>
                        </a:rPr>
                        <a:t>CORE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S&amp;P500 ∪ Nasdaq100 인덱스 대형주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1.0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44"/>
                          </a:solidFill>
                          <a:latin typeface="맑은 고딕"/>
                        </a:rPr>
                        <a:t>EXPANDED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인덱스 외 대형/중형 + 유동성·시총 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44"/>
                          </a:solidFill>
                          <a:latin typeface="맑은 고딕"/>
                        </a:rPr>
                        <a:t>COMMUNITY_LIQUID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인덱스 외지만 커뮤니티 관심 + 유동성 통과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44"/>
                          </a:solidFill>
                          <a:latin typeface="맑은 고딕"/>
                        </a:rPr>
                        <a:t>BLOCKED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저유동·OTC·penny·티커오탐·시총 미달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B66"/>
                </a:solidFill>
                <a:latin typeface="맑은 고딕"/>
              </a:rPr>
              <a:t>6 모드: sp500_only ⊂ liquid_us ⊂ community_liquid(기본) · custom_watchlist 등 · 정적 JSON + OHLCV 유동성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  <a:latin typeface="맑은 고딕"/>
              </a:rPr>
              <a:t>4. v0 — Cost-aware Trade Filter (비용 대비 edge)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왕복비용 = 수수료×2 + 슬리피지 + 스프레드 = 0.7%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기대 움직임(edge) proxy 우선순위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① ATR% → ② 최근 변동폭 → ③ 의견 확신도(conviction)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C0392B"/>
                </a:solidFill>
                <a:latin typeface="맑은 고딕"/>
              </a:rPr>
              <a:t>edge &lt; 왕복비용 × 2.0 → SKIP (비용이 기대수익 잡아먹음)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경계 구간 → DOWNSIZE (size factor 0.7)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B8A5A"/>
                </a:solidFill>
                <a:latin typeface="맑은 고딕"/>
              </a:rPr>
              <a:t>→ gross/net 동시 출력, 수수료·슬리피지·turnover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B66"/>
                </a:solidFill>
                <a:latin typeface="맑은 고딕"/>
              </a:rPr>
              <a:t>replay는 ATR 부재 → OHLCV 변동성 proxy 사용 (라이브는 ATR)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  <a:latin typeface="맑은 고딕"/>
              </a:rPr>
              <a:t>5. v1 — 글 품질 &amp; 티커 오탐 필터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Source Quality (flair 가중)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DD 1.5 · News/Fundamentals 1.2 · Discussion 1.0 · Daily Thread 0.5 · Meme/Gain/Loss 0.0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title 멘션(2.0) &gt; body(1.0) &gt; comment(0.5) 가중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Ticker Ambiguity 필터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'ALL/IT/NOW/COST...' 같은 일반어는 $ 접두사($ALL) 있을 때만 인정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단일문자 티커는 $F 처럼 $ 있어야 인정 · 제외 건 통계 집계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B8A5A"/>
                </a:solidFill>
                <a:latin typeface="맑은 고딕"/>
              </a:rPr>
              <a:t>→ 가중 카운트로 weighted_bullish/bearish 계산 (DailyOpinionSnapshot)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  <a:latin typeface="맑은 고딕"/>
              </a:rPr>
              <a:t>5. v1 — OpinionTrendSizer (9-factor 사이징)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final_size_factor = clamp( 곱(9 factor), 0.0 ~ 1.3 )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opinion_score × trend × persistence × consensus × neutral × attention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× source_quality × universe_multiplier × cost_risk_factor  (신규 3개)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진입 게이팅 (0주 = 진입 제외)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score&lt;60  또는  neutral&gt;0.70  또는  consensus&lt;1.5  또는  cost SKIP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C0392B"/>
                </a:solidFill>
                <a:latin typeface="맑은 고딕"/>
              </a:rPr>
              <a:t>NEW_SPIKE 단독 → 0.5배 축소 (급등추격 방지) · 최대 1.3배 제한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B8A5A"/>
                </a:solidFill>
                <a:latin typeface="맑은 고딕"/>
              </a:rPr>
              <a:t>신규 factor 데이터 없으면 1.0 → 기존 동작 회귀 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  <a:latin typeface="맑은 고딕"/>
              </a:rPr>
              <a:t>6. v2 — Community Memory &amp; Reflection (학습)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CommunityMemoryStore (MemoryBackend 추상 → Jsonl / InMemory)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과거 의견 스냅샷·리플렉션 저장 + 유사 사례 검색(휴리스틱: symbol·tier·score·키워드)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향후 Chroma/Faiss(vector DB)로 교체 가능하도록 인터페이스 분리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LowLevelReflection — 의견 신호 → 이후 가격(1/3/7/14일 수익률)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result_label: success_1d/3d/7d · delayed · noisy · failed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HighLevelReflection — 실제 매매 entry/exit 분석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net_pnl·cost_drag·decision_quality(good/bad_entry·risk_mgmt 등)·lesson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B66"/>
                </a:solidFill>
                <a:latin typeface="맑은 고딕"/>
              </a:rPr>
              <a:t>백테스트는 run-local 메모리로 결정성 유지 (전역 파일 미조회)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  <a:latin typeface="맑은 고딕"/>
              </a:rPr>
              <a:t>7. v3 — Decision Router (rule 기본 + LLM 보조)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C0392B"/>
                </a:solidFill>
                <a:latin typeface="맑은 고딕"/>
              </a:rPr>
              <a:t>LLM은 자율 매매자가 아니다 — 도구 결과 해석·승인/축소/보류 라우터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rule-based (기본)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BUY 승인: 신호 BUY/STRONG_BUY + 합의·지속성·낮은 노이즈 + universe/cost 통과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SKIP/REDUCE/SELL/EXIT: 노이즈 급증·합의 붕괴·과거 실패 패턴 등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LLM router (선택, 기본 OFF)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strict JSON 출력 · 실호출은 gpt-5.4-mini · confidence 낮으면 rule 우선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B8A5A"/>
                </a:solidFill>
                <a:latin typeface="맑은 고딕"/>
              </a:rPr>
              <a:t>8개 하드 안전장치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rule SKIP을 LLM이 BUY로 못 뒤집음 · neutral/consensus/ambiguity/universe/cost/cash/no-position 차단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  <a:latin typeface="맑은 고딕"/>
              </a:rPr>
              <a:t>8. 리스크 관리 &amp; 회귀 보호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청산 5단계 (순서 유지)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① opinion_reversal(의견역전) ② RSI 과매수 ③ Gap Down -5% ④ Stop-Loss -7% ⑤ Trailing Stop -5%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opinion_reversal: neutral 급증 · 합의 붕괴 · score 역전 · 추세 하락 · bearish 급증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B8A5A"/>
                </a:solidFill>
                <a:latin typeface="맑은 고딕"/>
              </a:rPr>
              <a:t>회귀 보호 — 최상위 제약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에이전트 게이팅은 opinion_trend에서만 · equal은 절대 미게이팅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모든 신규 필터 config flag → OFF 시 기존 동작 byte 동일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scripts/regression_check_reddit.py: equal 결과 diff 시 exit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  <a:latin typeface="맑은 고딕"/>
              </a:rPr>
              <a:t>9. 백테스트 — 4버전 비교 (2026-05-17~25, finbert-wsb)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280160"/>
                <a:gridCol w="1097280"/>
                <a:gridCol w="1097280"/>
                <a:gridCol w="1280160"/>
                <a:gridCol w="1554480"/>
                <a:gridCol w="128016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설정 (sizing/universe)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청산거래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net%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gross%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수수료$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universe skip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router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44"/>
                          </a:solidFill>
                          <a:latin typeface="맑은 고딕"/>
                        </a:rPr>
                        <a:t>equal / community_liquid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-0.09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+0.00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86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(미게이팅)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44"/>
                          </a:solidFill>
                          <a:latin typeface="맑은 고딕"/>
                        </a:rPr>
                        <a:t>opinion_trend / community_liquid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-0.03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+0.00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BUY 5 / SKIP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44"/>
                          </a:solidFill>
                          <a:latin typeface="맑은 고딕"/>
                        </a:rPr>
                        <a:t>opinion_trend / sp500_only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+0.00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+0.00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BUY 1 / SKIP 7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44"/>
                          </a:solidFill>
                          <a:latin typeface="맑은 고딕"/>
                        </a:rPr>
                        <a:t>opinion_trend / liquid_us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+0.00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+0.00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BUY 1 / SKIP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B66"/>
                </a:solidFill>
                <a:latin typeface="맑은 고딕"/>
              </a:rPr>
              <a:t>핵심: universe 모드가 실제로 차별화(skip 2→7, BUY 5→1) · opinion_trend가 equal보다 선별적(수수료 86→29)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  <a:latin typeface="맑은 고딕"/>
              </a:rPr>
              <a:t>9. 백테스트 — 무엇을 확인했나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B8A5A"/>
                </a:solidFill>
                <a:latin typeface="맑은 고딕"/>
              </a:rPr>
              <a:t>✅ 기능 검증 성공 (실데이터 FinBERT)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universe 모드 차별화: community_liquid는 후보 통과 多, sp500_only는 비인덱스 7건 차단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opinion_trend가 equal보다 선별적 매수 → 수수료 86$ → 29$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라우터·skip·비용 metric 전부 실데이터에서 정상 집계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C0392B"/>
                </a:solidFill>
                <a:latin typeface="맑은 고딕"/>
              </a:rPr>
              <a:t>⚠️ 성과(수익률)는 판단 보류 — 데이터 한계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윈도우 8거래일뿐 → 진입 포지션이 청산 전 기간 종료 → 청산거래 0건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net%는 미청산 평가손 + 수수료 드래그만 반영 → 수익성 결론 불가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결론: 구조·기능은 검증 완료, 성과 검증은 30일+ 데이터 축적 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  <a:latin typeface="맑은 고딕"/>
              </a:rPr>
              <a:t>10. 품질 &amp; 검증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309360"/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결과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44"/>
                          </a:solidFill>
                          <a:latin typeface="맑은 고딕"/>
                        </a:rPr>
                        <a:t>단위 테스트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신규 73 + 기존 13 = 86건 전부 통과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44"/>
                          </a:solidFill>
                          <a:latin typeface="맑은 고딕"/>
                        </a:rPr>
                        <a:t>Match Rate (설계 대비 구현)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98% (Critical 0, Important 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44"/>
                          </a:solidFill>
                          <a:latin typeface="맑은 고딕"/>
                        </a:rPr>
                        <a:t>Success Criteria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11 / 11 충족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44"/>
                          </a:solidFill>
                          <a:latin typeface="맑은 고딕"/>
                        </a:rPr>
                        <a:t>equal 회귀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0 (regression_check exit 0, 결정성 검증)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44"/>
                          </a:solidFill>
                          <a:latin typeface="맑은 고딕"/>
                        </a:rPr>
                        <a:t>신규 코드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5 모듈 + 7 테스트 + 시드데이터 + 스크립트</a:t>
                      </a:r>
                    </a:p>
                  </a:txBody>
                  <a:tcPr>
                    <a:solidFill>
                      <a:srgbClr val="F2F4F8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A44"/>
                          </a:solidFill>
                          <a:latin typeface="맑은 고딕"/>
                        </a:rPr>
                        <a:t>불가침 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555B66"/>
                          </a:solidFill>
                          <a:latin typeface="맑은 고딕"/>
                        </a:rPr>
                        <a:t>signals.py · backtester.py · 뉴스 경로 무수정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3550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55B66"/>
                </a:solidFill>
                <a:latin typeface="맑은 고딕"/>
              </a:rPr>
              <a:t>PDCA: PM─ → Plan → plan-plus → Design(Option C) → Do(10 모듈) → Check 94% → Act → Report 98%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  <a:latin typeface="맑은 고딕"/>
              </a:rPr>
              <a:t>11. 한계 &amp; 향후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C0392B"/>
                </a:solidFill>
                <a:latin typeface="맑은 고딕"/>
              </a:rPr>
              <a:t>현재 한계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데이터 8~17일로 부족 → 성과 통계 검정력 낮음 (1순위: 일일 수집)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factor 수치는 임의 초기값 · universe 리스트는 시드(105/71)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향후 (별도 PDCA 사이클)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① Grid Search — 파라미터 자동 튜닝 (walk-forward 과최적화 방지)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② 네이버 종토방 수집기 — 한국 주식 + 한국어 감성모델 (KIS 실거래는 이미 연동)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③ Vector DB(Chroma/Faiss) 실연동 — 의미 기반 유사 사례 검색 (인터페이스 이미 분리)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④ 3-브랜치 수익률 비교 + Streamlit 대시보드 (읽기전용 우선 권장)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A44"/>
                </a:solidFill>
                <a:latin typeface="맑은 고딕"/>
              </a:rPr>
              <a:t>12.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맑은 고딕"/>
              </a:rPr>
              <a:t>커뮤니티 여론을 '비용·품질·지속성·학습' 관점에서 해석하는 의사결정 인프라 완성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급등추격이 아니라 의견 지속성·합의도·비용 효율에 베팅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맑은 고딕"/>
              </a:rPr>
              <a:t>–  LLM은 보조 라우터(설명자)일 뿐 — 안전장치로 통제, 기본 OFF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B8A5A"/>
                </a:solidFill>
                <a:latin typeface="맑은 고딕"/>
              </a:rPr>
              <a:t>구조·기능 검증 완료(98%, 회귀 0) · 성과 검증은 데이터 축적이 관건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E5BFF"/>
                </a:solidFill>
                <a:latin typeface="맑은 고딕"/>
              </a:rPr>
              <a:t>다음 한 걸음: 데이터 수집 자동화 → universe 모드별 net 수익률 실측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